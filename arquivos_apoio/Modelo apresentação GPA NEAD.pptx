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Y/CNZTwd+2luTJYI5C+xo8s8w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 txBox="1"/>
          <p:nvPr>
            <p:ph type="ctrTitle"/>
          </p:nvPr>
        </p:nvSpPr>
        <p:spPr>
          <a:xfrm>
            <a:off x="1524000" y="1122363"/>
            <a:ext cx="9144000" cy="2209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" type="subTitle"/>
          </p:nvPr>
        </p:nvSpPr>
        <p:spPr>
          <a:xfrm>
            <a:off x="1524000" y="4346774"/>
            <a:ext cx="9144000" cy="106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9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IMAGEM">
  <p:cSld name="SLIDE IMAGEM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/>
          <p:nvPr>
            <p:ph idx="2" type="pic"/>
          </p:nvPr>
        </p:nvSpPr>
        <p:spPr>
          <a:xfrm>
            <a:off x="871108" y="326077"/>
            <a:ext cx="2947988" cy="2127250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10"/>
          <p:cNvSpPr/>
          <p:nvPr>
            <p:ph idx="3" type="pic"/>
          </p:nvPr>
        </p:nvSpPr>
        <p:spPr>
          <a:xfrm>
            <a:off x="8082334" y="3125509"/>
            <a:ext cx="2947988" cy="212725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0"/>
          <p:cNvSpPr/>
          <p:nvPr>
            <p:ph idx="4" type="pic"/>
          </p:nvPr>
        </p:nvSpPr>
        <p:spPr>
          <a:xfrm>
            <a:off x="4260939" y="3083520"/>
            <a:ext cx="2947988" cy="212725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10"/>
          <p:cNvSpPr/>
          <p:nvPr>
            <p:ph idx="5" type="pic"/>
          </p:nvPr>
        </p:nvSpPr>
        <p:spPr>
          <a:xfrm>
            <a:off x="772832" y="2932575"/>
            <a:ext cx="2947988" cy="212725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10"/>
          <p:cNvSpPr/>
          <p:nvPr>
            <p:ph idx="6" type="pic"/>
          </p:nvPr>
        </p:nvSpPr>
        <p:spPr>
          <a:xfrm>
            <a:off x="4967718" y="478477"/>
            <a:ext cx="2947988" cy="21272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 txBox="1"/>
          <p:nvPr>
            <p:ph type="title"/>
          </p:nvPr>
        </p:nvSpPr>
        <p:spPr>
          <a:xfrm>
            <a:off x="1474236" y="1514688"/>
            <a:ext cx="8584164" cy="3138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" type="body"/>
          </p:nvPr>
        </p:nvSpPr>
        <p:spPr>
          <a:xfrm>
            <a:off x="1474236" y="4963885"/>
            <a:ext cx="8584165" cy="1125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7" name="Google Shape;27;p11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877824" y="2159175"/>
            <a:ext cx="4977453" cy="40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2" type="body"/>
          </p:nvPr>
        </p:nvSpPr>
        <p:spPr>
          <a:xfrm>
            <a:off x="6328391" y="2159175"/>
            <a:ext cx="4985785" cy="401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881348" y="602671"/>
            <a:ext cx="10429303" cy="768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881349" y="1696325"/>
            <a:ext cx="49635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881349" y="2344025"/>
            <a:ext cx="4963538" cy="3833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3" type="body"/>
          </p:nvPr>
        </p:nvSpPr>
        <p:spPr>
          <a:xfrm>
            <a:off x="6322669" y="1696325"/>
            <a:ext cx="4987982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1" sz="14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3"/>
          <p:cNvSpPr txBox="1"/>
          <p:nvPr>
            <p:ph idx="4" type="body"/>
          </p:nvPr>
        </p:nvSpPr>
        <p:spPr>
          <a:xfrm>
            <a:off x="6322669" y="2344025"/>
            <a:ext cx="4987982" cy="3833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839788" y="807868"/>
            <a:ext cx="3640713" cy="2062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lay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" type="body"/>
          </p:nvPr>
        </p:nvSpPr>
        <p:spPr>
          <a:xfrm>
            <a:off x="5432898" y="807867"/>
            <a:ext cx="5922489" cy="5053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6"/>
          <p:cNvSpPr txBox="1"/>
          <p:nvPr>
            <p:ph idx="2" type="body"/>
          </p:nvPr>
        </p:nvSpPr>
        <p:spPr>
          <a:xfrm>
            <a:off x="839788" y="3000652"/>
            <a:ext cx="3640713" cy="2868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6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839788" y="820881"/>
            <a:ext cx="3639312" cy="2062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lay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/>
          <p:nvPr>
            <p:ph idx="2" type="pic"/>
          </p:nvPr>
        </p:nvSpPr>
        <p:spPr>
          <a:xfrm>
            <a:off x="5247408" y="919595"/>
            <a:ext cx="6107979" cy="5013614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7"/>
          <p:cNvSpPr txBox="1"/>
          <p:nvPr>
            <p:ph idx="1" type="body"/>
          </p:nvPr>
        </p:nvSpPr>
        <p:spPr>
          <a:xfrm>
            <a:off x="839788" y="3000652"/>
            <a:ext cx="3643889" cy="2868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7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" type="body"/>
          </p:nvPr>
        </p:nvSpPr>
        <p:spPr>
          <a:xfrm rot="5400000">
            <a:off x="4147139" y="-1111330"/>
            <a:ext cx="3903819" cy="10442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 rot="5400000">
            <a:off x="7247010" y="2070171"/>
            <a:ext cx="558468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 rot="5400000">
            <a:off x="1913010" y="-482529"/>
            <a:ext cx="5584681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rgbClr val="A2A5B5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8"/>
          <p:cNvSpPr txBox="1"/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8"/>
          <p:cNvSpPr txBox="1"/>
          <p:nvPr>
            <p:ph idx="1" type="body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0" type="dt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1" type="ftr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2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24709"/>
          <a:stretch/>
        </p:blipFill>
        <p:spPr>
          <a:xfrm>
            <a:off x="-48309" y="-3581"/>
            <a:ext cx="12240309" cy="688463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6804083" y="1474755"/>
            <a:ext cx="3943552" cy="39279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"/>
          <p:cNvCxnSpPr/>
          <p:nvPr/>
        </p:nvCxnSpPr>
        <p:spPr>
          <a:xfrm>
            <a:off x="7275334" y="1940933"/>
            <a:ext cx="736939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" name="Google Shape;88;p1"/>
          <p:cNvSpPr/>
          <p:nvPr/>
        </p:nvSpPr>
        <p:spPr>
          <a:xfrm>
            <a:off x="5018567" y="1492407"/>
            <a:ext cx="5947958" cy="3919856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1"/>
          <p:cNvCxnSpPr/>
          <p:nvPr/>
        </p:nvCxnSpPr>
        <p:spPr>
          <a:xfrm>
            <a:off x="5317376" y="3647404"/>
            <a:ext cx="460106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5312173" y="3796129"/>
            <a:ext cx="5222087" cy="1587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pt-BR" sz="1100"/>
              <a:t>IDENTIFICAÇÃO DO GRUPO: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91" name="Google Shape;91;p1"/>
          <p:cNvSpPr txBox="1"/>
          <p:nvPr>
            <p:ph type="ctrTitle"/>
          </p:nvPr>
        </p:nvSpPr>
        <p:spPr>
          <a:xfrm>
            <a:off x="5387929" y="1662675"/>
            <a:ext cx="5453100" cy="14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</a:pPr>
            <a:r>
              <a:rPr lang="pt-BR" sz="4400"/>
              <a:t>Título da</a:t>
            </a:r>
            <a:br>
              <a:rPr lang="pt-BR" sz="4400"/>
            </a:br>
            <a:r>
              <a:rPr lang="pt-BR" sz="4400"/>
              <a:t>Apresentação</a:t>
            </a:r>
            <a:endParaRPr sz="3200"/>
          </a:p>
        </p:txBody>
      </p:sp>
      <p:sp>
        <p:nvSpPr>
          <p:cNvPr id="92" name="Google Shape;92;p1"/>
          <p:cNvSpPr txBox="1"/>
          <p:nvPr/>
        </p:nvSpPr>
        <p:spPr>
          <a:xfrm rot="5400000">
            <a:off x="-2610486" y="3969136"/>
            <a:ext cx="60975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pesquise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243753" y="-107358"/>
            <a:ext cx="61156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siga os passos</a:t>
            </a:r>
            <a:endParaRPr/>
          </a:p>
        </p:txBody>
      </p:sp>
      <p:cxnSp>
        <p:nvCxnSpPr>
          <p:cNvPr id="94" name="Google Shape;94;p1"/>
          <p:cNvCxnSpPr/>
          <p:nvPr/>
        </p:nvCxnSpPr>
        <p:spPr>
          <a:xfrm flipH="1" rot="10800000">
            <a:off x="340670" y="271443"/>
            <a:ext cx="903000" cy="825600"/>
          </a:xfrm>
          <a:prstGeom prst="bentConnector3">
            <a:avLst>
              <a:gd fmla="val -125" name="adj1"/>
            </a:avLst>
          </a:prstGeom>
          <a:noFill/>
          <a:ln cap="flat" cmpd="sng" w="5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1"/>
          <p:cNvSpPr txBox="1"/>
          <p:nvPr/>
        </p:nvSpPr>
        <p:spPr>
          <a:xfrm>
            <a:off x="8918992" y="6192259"/>
            <a:ext cx="611561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32445A"/>
                </a:solidFill>
                <a:latin typeface="Arial"/>
                <a:ea typeface="Arial"/>
                <a:cs typeface="Arial"/>
                <a:sym typeface="Arial"/>
              </a:rPr>
              <a:t>produza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 rot="5400000">
            <a:off x="10652641" y="4493770"/>
            <a:ext cx="22599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solidFill>
                  <a:srgbClr val="32445A"/>
                </a:solidFill>
                <a:latin typeface="Arial"/>
                <a:ea typeface="Arial"/>
                <a:cs typeface="Arial"/>
                <a:sym typeface="Arial"/>
              </a:rPr>
              <a:t>pratique</a:t>
            </a:r>
            <a:endParaRPr/>
          </a:p>
        </p:txBody>
      </p:sp>
      <p:cxnSp>
        <p:nvCxnSpPr>
          <p:cNvPr id="97" name="Google Shape;97;p1"/>
          <p:cNvCxnSpPr/>
          <p:nvPr/>
        </p:nvCxnSpPr>
        <p:spPr>
          <a:xfrm flipH="1" rot="10800000">
            <a:off x="10939525" y="5789780"/>
            <a:ext cx="841800" cy="804900"/>
          </a:xfrm>
          <a:prstGeom prst="bentConnector3">
            <a:avLst>
              <a:gd fmla="val 100553" name="adj1"/>
            </a:avLst>
          </a:prstGeom>
          <a:noFill/>
          <a:ln cap="flat" cmpd="sng" w="571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ogotipo&#10;&#10;Descrição gerada automaticamente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64" y="5536205"/>
            <a:ext cx="1961622" cy="1835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79126" y="476073"/>
            <a:ext cx="1028549" cy="101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 title="ONU OD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2200" y="1386662"/>
            <a:ext cx="3363400" cy="33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idx="4294967295" type="title"/>
          </p:nvPr>
        </p:nvSpPr>
        <p:spPr>
          <a:xfrm>
            <a:off x="406286" y="615887"/>
            <a:ext cx="9961719" cy="753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55B"/>
              </a:buClr>
              <a:buSzPts val="3200"/>
              <a:buFont typeface="Play"/>
              <a:buNone/>
            </a:pPr>
            <a:r>
              <a:rPr lang="pt-BR">
                <a:solidFill>
                  <a:srgbClr val="33455B"/>
                </a:solidFill>
              </a:rPr>
              <a:t>INTRODUÇÃO</a:t>
            </a:r>
            <a:endParaRPr/>
          </a:p>
        </p:txBody>
      </p:sp>
      <p:sp>
        <p:nvSpPr>
          <p:cNvPr id="106" name="Google Shape;106;p2"/>
          <p:cNvSpPr txBox="1"/>
          <p:nvPr>
            <p:ph idx="4294967295" type="body"/>
          </p:nvPr>
        </p:nvSpPr>
        <p:spPr>
          <a:xfrm>
            <a:off x="425460" y="1453597"/>
            <a:ext cx="9558602" cy="4611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0" t="24709"/>
          <a:stretch/>
        </p:blipFill>
        <p:spPr>
          <a:xfrm>
            <a:off x="10567282" y="0"/>
            <a:ext cx="162471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>
            <p:ph idx="4294967295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9" name="Google Shape;109;p2"/>
          <p:cNvSpPr txBox="1"/>
          <p:nvPr/>
        </p:nvSpPr>
        <p:spPr>
          <a:xfrm rot="5400000">
            <a:off x="-2807960" y="4016141"/>
            <a:ext cx="60975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pesquise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136937" y="69423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 os passos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8499114" y="6383849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produza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 rot="5400000">
            <a:off x="9497503" y="5422268"/>
            <a:ext cx="17410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pratique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136937" y="2840871"/>
            <a:ext cx="7025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"/>
          <p:cNvCxnSpPr/>
          <p:nvPr/>
        </p:nvCxnSpPr>
        <p:spPr>
          <a:xfrm flipH="1" rot="10800000">
            <a:off x="196743" y="242709"/>
            <a:ext cx="903000" cy="825600"/>
          </a:xfrm>
          <a:prstGeom prst="bentConnector3">
            <a:avLst>
              <a:gd fmla="val -125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" name="Google Shape;115;p2"/>
          <p:cNvCxnSpPr/>
          <p:nvPr/>
        </p:nvCxnSpPr>
        <p:spPr>
          <a:xfrm flipH="1" rot="10800000">
            <a:off x="9526120" y="5812965"/>
            <a:ext cx="841800" cy="804900"/>
          </a:xfrm>
          <a:prstGeom prst="bentConnector3">
            <a:avLst>
              <a:gd fmla="val 100553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ogotipo&#10;&#10;Descrição gerada automaticamente" id="116" name="Google Shape;11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3687" y="5913881"/>
            <a:ext cx="1240624" cy="124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idx="4294967295" type="title"/>
          </p:nvPr>
        </p:nvSpPr>
        <p:spPr>
          <a:xfrm>
            <a:off x="406286" y="615887"/>
            <a:ext cx="9961719" cy="753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55B"/>
              </a:buClr>
              <a:buSzPts val="3200"/>
              <a:buFont typeface="Play"/>
              <a:buNone/>
            </a:pPr>
            <a:r>
              <a:rPr lang="pt-BR">
                <a:solidFill>
                  <a:srgbClr val="33455B"/>
                </a:solidFill>
              </a:rPr>
              <a:t>OBJETIVO DO PROJETO</a:t>
            </a:r>
            <a:endParaRPr/>
          </a:p>
        </p:txBody>
      </p:sp>
      <p:sp>
        <p:nvSpPr>
          <p:cNvPr id="122" name="Google Shape;122;p3"/>
          <p:cNvSpPr txBox="1"/>
          <p:nvPr>
            <p:ph idx="4294967295" type="body"/>
          </p:nvPr>
        </p:nvSpPr>
        <p:spPr>
          <a:xfrm>
            <a:off x="425460" y="1515347"/>
            <a:ext cx="9558602" cy="4549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24709"/>
          <a:stretch/>
        </p:blipFill>
        <p:spPr>
          <a:xfrm>
            <a:off x="10567282" y="0"/>
            <a:ext cx="162471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>
            <p:ph idx="4294967295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5" name="Google Shape;125;p3"/>
          <p:cNvSpPr txBox="1"/>
          <p:nvPr/>
        </p:nvSpPr>
        <p:spPr>
          <a:xfrm rot="5400000">
            <a:off x="-2807960" y="4016141"/>
            <a:ext cx="60975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pesquise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1136937" y="69423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 os passos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8499114" y="6383849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produza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 rot="5400000">
            <a:off x="9497503" y="5422268"/>
            <a:ext cx="17410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pratique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136937" y="2840871"/>
            <a:ext cx="7025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3"/>
          <p:cNvCxnSpPr/>
          <p:nvPr/>
        </p:nvCxnSpPr>
        <p:spPr>
          <a:xfrm flipH="1" rot="10800000">
            <a:off x="196743" y="242709"/>
            <a:ext cx="903000" cy="825600"/>
          </a:xfrm>
          <a:prstGeom prst="bentConnector3">
            <a:avLst>
              <a:gd fmla="val -125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3"/>
          <p:cNvCxnSpPr/>
          <p:nvPr/>
        </p:nvCxnSpPr>
        <p:spPr>
          <a:xfrm flipH="1" rot="10800000">
            <a:off x="9526120" y="5812965"/>
            <a:ext cx="841800" cy="804900"/>
          </a:xfrm>
          <a:prstGeom prst="bentConnector3">
            <a:avLst>
              <a:gd fmla="val 100553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ogotipo&#10;&#10;Descrição gerada automaticamente" id="132" name="Google Shape;1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3687" y="5913881"/>
            <a:ext cx="1240624" cy="124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>
            <p:ph idx="4294967295" type="title"/>
          </p:nvPr>
        </p:nvSpPr>
        <p:spPr>
          <a:xfrm>
            <a:off x="406286" y="615887"/>
            <a:ext cx="9961719" cy="753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55B"/>
              </a:buClr>
              <a:buSzPts val="3200"/>
              <a:buFont typeface="Play"/>
              <a:buNone/>
            </a:pPr>
            <a:r>
              <a:rPr lang="pt-BR">
                <a:solidFill>
                  <a:srgbClr val="33455B"/>
                </a:solidFill>
              </a:rPr>
              <a:t>ATIVIDADES DESENVOLVIDAS</a:t>
            </a:r>
            <a:endParaRPr/>
          </a:p>
        </p:txBody>
      </p:sp>
      <p:sp>
        <p:nvSpPr>
          <p:cNvPr id="138" name="Google Shape;138;p4"/>
          <p:cNvSpPr txBox="1"/>
          <p:nvPr>
            <p:ph idx="4294967295" type="body"/>
          </p:nvPr>
        </p:nvSpPr>
        <p:spPr>
          <a:xfrm>
            <a:off x="425460" y="1453597"/>
            <a:ext cx="9558602" cy="4611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24709"/>
          <a:stretch/>
        </p:blipFill>
        <p:spPr>
          <a:xfrm>
            <a:off x="10567282" y="0"/>
            <a:ext cx="162471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>
            <p:ph idx="4294967295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5400000">
            <a:off x="-2807960" y="4016141"/>
            <a:ext cx="60975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pesquise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136937" y="69423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 os passos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8499114" y="6383849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produza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 rot="5400000">
            <a:off x="9497503" y="5422268"/>
            <a:ext cx="17410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pratique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1136937" y="2840871"/>
            <a:ext cx="7025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4"/>
          <p:cNvCxnSpPr/>
          <p:nvPr/>
        </p:nvCxnSpPr>
        <p:spPr>
          <a:xfrm flipH="1" rot="10800000">
            <a:off x="196743" y="242709"/>
            <a:ext cx="903000" cy="825600"/>
          </a:xfrm>
          <a:prstGeom prst="bentConnector3">
            <a:avLst>
              <a:gd fmla="val -125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7" name="Google Shape;147;p4"/>
          <p:cNvCxnSpPr/>
          <p:nvPr/>
        </p:nvCxnSpPr>
        <p:spPr>
          <a:xfrm flipH="1" rot="10800000">
            <a:off x="9526120" y="5812965"/>
            <a:ext cx="841800" cy="804900"/>
          </a:xfrm>
          <a:prstGeom prst="bentConnector3">
            <a:avLst>
              <a:gd fmla="val 100553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ogotipo&#10;&#10;Descrição gerada automaticamente" id="148" name="Google Shape;14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3687" y="5913881"/>
            <a:ext cx="1240624" cy="124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idx="4294967295" type="title"/>
          </p:nvPr>
        </p:nvSpPr>
        <p:spPr>
          <a:xfrm>
            <a:off x="406286" y="615887"/>
            <a:ext cx="9961719" cy="753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55B"/>
              </a:buClr>
              <a:buSzPts val="3200"/>
              <a:buFont typeface="Play"/>
              <a:buNone/>
            </a:pPr>
            <a:r>
              <a:rPr lang="pt-BR">
                <a:solidFill>
                  <a:srgbClr val="33455B"/>
                </a:solidFill>
              </a:rPr>
              <a:t>ATIVIDADES DESENVOLVIDAS</a:t>
            </a:r>
            <a:endParaRPr/>
          </a:p>
        </p:txBody>
      </p:sp>
      <p:sp>
        <p:nvSpPr>
          <p:cNvPr id="154" name="Google Shape;154;p5"/>
          <p:cNvSpPr txBox="1"/>
          <p:nvPr>
            <p:ph idx="4294967295" type="body"/>
          </p:nvPr>
        </p:nvSpPr>
        <p:spPr>
          <a:xfrm>
            <a:off x="425460" y="1453597"/>
            <a:ext cx="9558602" cy="4611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0" r="0" t="24709"/>
          <a:stretch/>
        </p:blipFill>
        <p:spPr>
          <a:xfrm>
            <a:off x="10567282" y="0"/>
            <a:ext cx="162471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 txBox="1"/>
          <p:nvPr>
            <p:ph idx="4294967295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7" name="Google Shape;157;p5"/>
          <p:cNvSpPr txBox="1"/>
          <p:nvPr/>
        </p:nvSpPr>
        <p:spPr>
          <a:xfrm rot="5400000">
            <a:off x="-2807960" y="4016141"/>
            <a:ext cx="60975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pesquise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1136937" y="69423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 os passos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8499114" y="6383849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produza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 rot="5400000">
            <a:off x="9497503" y="5422268"/>
            <a:ext cx="17410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pratique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1136937" y="2840871"/>
            <a:ext cx="7025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 flipH="1" rot="10800000">
            <a:off x="196743" y="242709"/>
            <a:ext cx="903000" cy="825600"/>
          </a:xfrm>
          <a:prstGeom prst="bentConnector3">
            <a:avLst>
              <a:gd fmla="val -125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5"/>
          <p:cNvCxnSpPr/>
          <p:nvPr/>
        </p:nvCxnSpPr>
        <p:spPr>
          <a:xfrm flipH="1" rot="10800000">
            <a:off x="9526120" y="5812965"/>
            <a:ext cx="841800" cy="804900"/>
          </a:xfrm>
          <a:prstGeom prst="bentConnector3">
            <a:avLst>
              <a:gd fmla="val 100553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ogotipo&#10;&#10;Descrição gerada automaticamente" id="164" name="Google Shape;16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3687" y="5913881"/>
            <a:ext cx="1240624" cy="124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idx="4294967295" type="title"/>
          </p:nvPr>
        </p:nvSpPr>
        <p:spPr>
          <a:xfrm>
            <a:off x="406286" y="615887"/>
            <a:ext cx="9961719" cy="7539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55B"/>
              </a:buClr>
              <a:buSzPts val="3200"/>
              <a:buFont typeface="Play"/>
              <a:buNone/>
            </a:pPr>
            <a:r>
              <a:rPr lang="pt-BR">
                <a:solidFill>
                  <a:srgbClr val="33455B"/>
                </a:solidFill>
              </a:rPr>
              <a:t>CONCLUSÃO</a:t>
            </a:r>
            <a:endParaRPr/>
          </a:p>
        </p:txBody>
      </p:sp>
      <p:sp>
        <p:nvSpPr>
          <p:cNvPr id="170" name="Google Shape;170;p6"/>
          <p:cNvSpPr txBox="1"/>
          <p:nvPr>
            <p:ph idx="4294967295" type="body"/>
          </p:nvPr>
        </p:nvSpPr>
        <p:spPr>
          <a:xfrm>
            <a:off x="425460" y="1546985"/>
            <a:ext cx="9558602" cy="451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71" name="Google Shape;171;p6"/>
          <p:cNvPicPr preferRelativeResize="0"/>
          <p:nvPr/>
        </p:nvPicPr>
        <p:blipFill rotWithShape="1">
          <a:blip r:embed="rId3">
            <a:alphaModFix/>
          </a:blip>
          <a:srcRect b="0" l="0" r="0" t="24709"/>
          <a:stretch/>
        </p:blipFill>
        <p:spPr>
          <a:xfrm>
            <a:off x="10567282" y="0"/>
            <a:ext cx="162471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 txBox="1"/>
          <p:nvPr>
            <p:ph idx="4294967295" type="sldNum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3" name="Google Shape;173;p6"/>
          <p:cNvSpPr txBox="1"/>
          <p:nvPr/>
        </p:nvSpPr>
        <p:spPr>
          <a:xfrm rot="5400000">
            <a:off x="-2807960" y="4016141"/>
            <a:ext cx="60975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pesquise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1136937" y="69423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 os passos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8499114" y="6383849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produza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 rot="5400000">
            <a:off x="9497503" y="5422268"/>
            <a:ext cx="17410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pratique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1136937" y="2840871"/>
            <a:ext cx="7025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6"/>
          <p:cNvCxnSpPr/>
          <p:nvPr/>
        </p:nvCxnSpPr>
        <p:spPr>
          <a:xfrm flipH="1" rot="10800000">
            <a:off x="196743" y="242709"/>
            <a:ext cx="903000" cy="825600"/>
          </a:xfrm>
          <a:prstGeom prst="bentConnector3">
            <a:avLst>
              <a:gd fmla="val -125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6"/>
          <p:cNvCxnSpPr/>
          <p:nvPr/>
        </p:nvCxnSpPr>
        <p:spPr>
          <a:xfrm flipH="1" rot="10800000">
            <a:off x="9526120" y="5812965"/>
            <a:ext cx="841800" cy="804900"/>
          </a:xfrm>
          <a:prstGeom prst="bentConnector3">
            <a:avLst>
              <a:gd fmla="val 100553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ogotipo&#10;&#10;Descrição gerada automaticamente" id="180" name="Google Shape;1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3687" y="5913881"/>
            <a:ext cx="1240624" cy="124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117" y="3877167"/>
            <a:ext cx="3102541" cy="228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3911" y="3884979"/>
            <a:ext cx="3102541" cy="228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9136" y="1426178"/>
            <a:ext cx="3102541" cy="228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1193" y="1425902"/>
            <a:ext cx="3102541" cy="228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647" y="1425902"/>
            <a:ext cx="3102541" cy="228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>
            <p:ph idx="2" type="pic"/>
          </p:nvPr>
        </p:nvSpPr>
        <p:spPr>
          <a:xfrm>
            <a:off x="703031" y="1505376"/>
            <a:ext cx="2963900" cy="212725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7"/>
          <p:cNvSpPr/>
          <p:nvPr>
            <p:ph idx="3" type="pic"/>
          </p:nvPr>
        </p:nvSpPr>
        <p:spPr>
          <a:xfrm>
            <a:off x="7446358" y="1507074"/>
            <a:ext cx="2936225" cy="212725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7"/>
          <p:cNvSpPr/>
          <p:nvPr>
            <p:ph idx="4" type="pic"/>
          </p:nvPr>
        </p:nvSpPr>
        <p:spPr>
          <a:xfrm>
            <a:off x="5746143" y="3952766"/>
            <a:ext cx="2947988" cy="212725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7"/>
          <p:cNvSpPr/>
          <p:nvPr>
            <p:ph idx="5" type="pic"/>
          </p:nvPr>
        </p:nvSpPr>
        <p:spPr>
          <a:xfrm>
            <a:off x="2271689" y="3952766"/>
            <a:ext cx="2947988" cy="212725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7"/>
          <p:cNvSpPr/>
          <p:nvPr>
            <p:ph idx="6" type="pic"/>
          </p:nvPr>
        </p:nvSpPr>
        <p:spPr>
          <a:xfrm>
            <a:off x="4128471" y="1505376"/>
            <a:ext cx="2947988" cy="212725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7"/>
          <p:cNvSpPr txBox="1"/>
          <p:nvPr/>
        </p:nvSpPr>
        <p:spPr>
          <a:xfrm>
            <a:off x="425438" y="614743"/>
            <a:ext cx="99618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55B"/>
              </a:buClr>
              <a:buSzPts val="3200"/>
              <a:buFont typeface="Play"/>
              <a:buNone/>
            </a:pPr>
            <a:r>
              <a:rPr lang="pt-BR" sz="3200">
                <a:solidFill>
                  <a:srgbClr val="33455B"/>
                </a:solidFill>
                <a:latin typeface="Play"/>
                <a:ea typeface="Play"/>
                <a:cs typeface="Play"/>
                <a:sym typeface="Play"/>
              </a:rPr>
              <a:t>EVIDÊNCIAS</a:t>
            </a:r>
            <a:endParaRPr/>
          </a:p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4">
            <a:alphaModFix/>
          </a:blip>
          <a:srcRect b="0" l="0" r="0" t="24709"/>
          <a:stretch/>
        </p:blipFill>
        <p:spPr>
          <a:xfrm>
            <a:off x="10567282" y="0"/>
            <a:ext cx="162471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 txBox="1"/>
          <p:nvPr/>
        </p:nvSpPr>
        <p:spPr>
          <a:xfrm rot="5400000">
            <a:off x="-2807960" y="4016141"/>
            <a:ext cx="60975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pesquise</a:t>
            </a:r>
            <a:endParaRPr/>
          </a:p>
        </p:txBody>
      </p:sp>
      <p:sp>
        <p:nvSpPr>
          <p:cNvPr id="198" name="Google Shape;198;p7"/>
          <p:cNvSpPr txBox="1"/>
          <p:nvPr/>
        </p:nvSpPr>
        <p:spPr>
          <a:xfrm>
            <a:off x="1136937" y="69423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 os passos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8499114" y="6383849"/>
            <a:ext cx="61156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produza</a:t>
            </a:r>
            <a:endParaRPr/>
          </a:p>
        </p:txBody>
      </p:sp>
      <p:sp>
        <p:nvSpPr>
          <p:cNvPr id="200" name="Google Shape;200;p7"/>
          <p:cNvSpPr txBox="1"/>
          <p:nvPr/>
        </p:nvSpPr>
        <p:spPr>
          <a:xfrm rot="5400000">
            <a:off x="9497503" y="5422268"/>
            <a:ext cx="17410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pratique</a:t>
            </a:r>
            <a:endParaRPr/>
          </a:p>
        </p:txBody>
      </p:sp>
      <p:cxnSp>
        <p:nvCxnSpPr>
          <p:cNvPr id="201" name="Google Shape;201;p7"/>
          <p:cNvCxnSpPr/>
          <p:nvPr/>
        </p:nvCxnSpPr>
        <p:spPr>
          <a:xfrm flipH="1" rot="10800000">
            <a:off x="196743" y="242709"/>
            <a:ext cx="903000" cy="825600"/>
          </a:xfrm>
          <a:prstGeom prst="bentConnector3">
            <a:avLst>
              <a:gd fmla="val -125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2" name="Google Shape;202;p7"/>
          <p:cNvCxnSpPr/>
          <p:nvPr/>
        </p:nvCxnSpPr>
        <p:spPr>
          <a:xfrm flipH="1" rot="10800000">
            <a:off x="9526120" y="5812965"/>
            <a:ext cx="841800" cy="804900"/>
          </a:xfrm>
          <a:prstGeom prst="bentConnector3">
            <a:avLst>
              <a:gd fmla="val 100553" name="adj1"/>
            </a:avLst>
          </a:prstGeom>
          <a:noFill/>
          <a:ln cap="flat" cmpd="sng" w="19050">
            <a:solidFill>
              <a:srgbClr val="33455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ogotipo&#10;&#10;Descrição gerada automaticamente" id="203" name="Google Shape;2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3687" y="5913881"/>
            <a:ext cx="1240624" cy="124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hoVogue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2025-02-05T01:00:37Z</dcterms:created>
  <dc:creator>365 2132</dc:creator>
</cp:coreProperties>
</file>